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vidia Sales Dashboard" id="{AA49E797-F8F9-54D0-70AC-C4790CDD27EE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69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Nvidia Sales Dashboard  |  Power BI Project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ashboard preview" descr="Nvidia Sales Dashboard 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784" y="1326880"/>
            <a:ext cx="6803849" cy="38216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7917" y="548640"/>
            <a:ext cx="1002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chemeClr val="accent1"/>
                </a:solidFill>
              </a:rPr>
              <a:t>POWER BI DATA VISUALIZATION PROJECT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47917" y="1226044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</a:rPr>
              <a:t>Nvidia Sales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Dashboard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247917" y="2942909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</a:rPr>
              <a:t>Performance. Progress. Process.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47917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Prepared by Teli Sujal Sitaram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Project </a:t>
            </a:r>
            <a:r>
              <a:rPr lang="en-US" sz="3600" b="1" dirty="0">
                <a:solidFill>
                  <a:schemeClr val="accent1"/>
                </a:solidFill>
              </a:rPr>
              <a:t>Overview</a:t>
            </a:r>
            <a:endParaRPr lang="en-US" sz="3600" dirty="0"/>
          </a:p>
        </p:txBody>
      </p:sp>
      <p:sp>
        <p:nvSpPr>
          <p:cNvPr id="3" name="Objective icon circle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bjective icon" descr="Objectiv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Objective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9385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Analyse Nvidia sales performance across products, regions and payment terms to support better business decisions.</a:t>
            </a:r>
            <a:endParaRPr lang="en-US" sz="1400" dirty="0"/>
          </a:p>
        </p:txBody>
      </p:sp>
      <p:sp>
        <p:nvSpPr>
          <p:cNvPr id="7" name="Dataset &amp; Tool icon circle"/>
          <p:cNvSpPr/>
          <p:nvPr/>
        </p:nvSpPr>
        <p:spPr>
          <a:xfrm>
            <a:off x="548640" y="3063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Dataset &amp; Tool icon" descr="Dataset &amp; Too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461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3063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Dataset &amp; Tool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344728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Nvidia sales dataset visualised in Microsoft Power BI, last updated on Oct 15, 2026.</a:t>
            </a:r>
            <a:endParaRPr lang="en-US" sz="1400" dirty="0"/>
          </a:p>
        </p:txBody>
      </p:sp>
      <p:sp>
        <p:nvSpPr>
          <p:cNvPr id="11" name="Interactive Filters icon circle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nteractive Filters icon" descr="Interactive Filt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548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Interactive Filters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495604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Payment Term, Month, Year, Region and Product Category slicers let users drill into the data.</a:t>
            </a:r>
            <a:endParaRPr lang="en-US" sz="1400" dirty="0"/>
          </a:p>
        </p:txBody>
      </p:sp>
      <p:sp>
        <p:nvSpPr>
          <p:cNvPr id="15" name="KPI card 1"/>
          <p:cNvSpPr/>
          <p:nvPr/>
        </p:nvSpPr>
        <p:spPr>
          <a:xfrm>
            <a:off x="630936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49224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167K</a:t>
            </a:r>
            <a:endParaRPr lang="en-US" sz="44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Avg Gross Profit</a:t>
            </a:r>
            <a:endParaRPr lang="en-US" sz="1600" dirty="0"/>
          </a:p>
        </p:txBody>
      </p:sp>
      <p:sp>
        <p:nvSpPr>
          <p:cNvPr id="18" name="KPI card 2"/>
          <p:cNvSpPr/>
          <p:nvPr/>
        </p:nvSpPr>
        <p:spPr>
          <a:xfrm>
            <a:off x="914400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32688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248K</a:t>
            </a:r>
            <a:endParaRPr lang="en-US" sz="4400" dirty="0"/>
          </a:p>
        </p:txBody>
      </p:sp>
      <p:sp>
        <p:nvSpPr>
          <p:cNvPr id="20" name="Text 15"/>
          <p:cNvSpPr txBox="1"/>
          <p:nvPr/>
        </p:nvSpPr>
        <p:spPr>
          <a:xfrm>
            <a:off x="9326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Avg Gross Revenue</a:t>
            </a:r>
            <a:endParaRPr lang="en-US" sz="1600" dirty="0"/>
          </a:p>
        </p:txBody>
      </p:sp>
      <p:sp>
        <p:nvSpPr>
          <p:cNvPr id="21" name="KPI card 3"/>
          <p:cNvSpPr/>
          <p:nvPr/>
        </p:nvSpPr>
        <p:spPr>
          <a:xfrm>
            <a:off x="6309360" y="384048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9224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239K</a:t>
            </a:r>
            <a:endParaRPr lang="en-US" sz="4400" dirty="0"/>
          </a:p>
        </p:txBody>
      </p:sp>
      <p:sp>
        <p:nvSpPr>
          <p:cNvPr id="23" name="Text 18"/>
          <p:cNvSpPr txBox="1"/>
          <p:nvPr/>
        </p:nvSpPr>
        <p:spPr>
          <a:xfrm>
            <a:off x="649224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Avg Net Revenue</a:t>
            </a:r>
            <a:endParaRPr lang="en-US" sz="1600" dirty="0"/>
          </a:p>
        </p:txBody>
      </p:sp>
      <p:sp>
        <p:nvSpPr>
          <p:cNvPr id="24" name="KPI card 4"/>
          <p:cNvSpPr/>
          <p:nvPr/>
        </p:nvSpPr>
        <p:spPr>
          <a:xfrm>
            <a:off x="9144000" y="384048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32688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35.11</a:t>
            </a:r>
            <a:endParaRPr lang="en-US" sz="4400" dirty="0"/>
          </a:p>
        </p:txBody>
      </p:sp>
      <p:sp>
        <p:nvSpPr>
          <p:cNvPr id="26" name="Text 21"/>
          <p:cNvSpPr txBox="1"/>
          <p:nvPr/>
        </p:nvSpPr>
        <p:spPr>
          <a:xfrm>
            <a:off x="932688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Avg Units Sold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Dashboard </a:t>
            </a:r>
            <a:r>
              <a:rPr lang="en-US" sz="3600" b="1" dirty="0">
                <a:solidFill>
                  <a:schemeClr val="accent1"/>
                </a:solidFill>
              </a:rPr>
              <a:t>Overview</a:t>
            </a:r>
            <a:endParaRPr lang="en-US" sz="3600" dirty="0"/>
          </a:p>
        </p:txBody>
      </p:sp>
      <p:pic>
        <p:nvPicPr>
          <p:cNvPr id="3" name="Main dashboard" descr="Nvidia Sales Dashboard with KPIs, charts and filt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680960" cy="43150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52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</a:rPr>
              <a:t>Main dashboard built in Power BI</a:t>
            </a:r>
            <a:endParaRPr lang="en-US" sz="1100" dirty="0"/>
          </a:p>
        </p:txBody>
      </p:sp>
      <p:sp>
        <p:nvSpPr>
          <p:cNvPr id="5" name="Insights card"/>
          <p:cNvSpPr/>
          <p:nvPr/>
        </p:nvSpPr>
        <p:spPr>
          <a:xfrm>
            <a:off x="8503920" y="1463040"/>
            <a:ext cx="3200400" cy="4315968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14884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 Center drives ~89% of revenue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Revenue grew 12x since 2022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 generates 32% of orders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10%+ discounts crush margins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95% of units sold with no supply constraint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Payment Terms &amp; Country </a:t>
            </a:r>
            <a:r>
              <a:rPr lang="en-US" sz="3600" b="1" dirty="0">
                <a:solidFill>
                  <a:schemeClr val="accent1"/>
                </a:solidFill>
              </a:rPr>
              <a:t>Performance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Units Sold by Payment Term</a:t>
            </a:r>
            <a:endParaRPr lang="en-US" sz="1600" dirty="0"/>
          </a:p>
        </p:txBody>
      </p:sp>
      <p:pic>
        <p:nvPicPr>
          <p:cNvPr id="4" name="Units Sold by Payment Term" descr="Units Sold by Payment Te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5394960" cy="30266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20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Prepaid leads with 2.33M units, well ahead of Net 30 (0.63M), Net 45 (0.31M) and Net 60 (0.24M). Customers clearly prefer paying upfront.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245352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Max Net Revenue by Country</a:t>
            </a:r>
            <a:endParaRPr lang="en-US" sz="1600" dirty="0"/>
          </a:p>
        </p:txBody>
      </p:sp>
      <p:pic>
        <p:nvPicPr>
          <p:cNvPr id="7" name="Max Net Revenue by Country" descr="Max Net Revenue by Count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74520"/>
            <a:ext cx="5394960" cy="30266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5120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France (15.7M), Israel (15.2M) and Netherlands (15.0M) record the highest net revenue, while China and Mexico are lowest at 4.8M each.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Category Demand </a:t>
            </a:r>
            <a:r>
              <a:rPr lang="en-US" sz="3600" b="1" dirty="0">
                <a:solidFill>
                  <a:schemeClr val="accent1"/>
                </a:solidFill>
              </a:rPr>
              <a:t>Trend (2022-2026)</a:t>
            </a:r>
            <a:endParaRPr lang="en-US" sz="3600" dirty="0"/>
          </a:p>
        </p:txBody>
      </p:sp>
      <p:pic>
        <p:nvPicPr>
          <p:cNvPr id="3" name="Category trend" descr="Average units sold by year in each product categ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223760" cy="4059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235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</a:rPr>
              <a:t>Average units sold by year in each category</a:t>
            </a:r>
            <a:endParaRPr lang="en-US" sz="1100" dirty="0"/>
          </a:p>
        </p:txBody>
      </p:sp>
      <p:sp>
        <p:nvSpPr>
          <p:cNvPr id="5" name="Trend card"/>
          <p:cNvSpPr/>
          <p:nvPr/>
        </p:nvSpPr>
        <p:spPr>
          <a:xfrm>
            <a:off x="8046720" y="1463040"/>
            <a:ext cx="3657600" cy="4059936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the trend shows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0312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Automotive SoC and Edge AI lead with roughly 150-185 average units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Gaming GPU stays steady at about 67 units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 Visualization eased from 31.5 (2022) to 29.4 (2026)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 Center GPU, Networking and AI Systems are low-volume and flat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4754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Stable yearly patterns help predict upcoming demand.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&amp; Key </a:t>
            </a:r>
            <a:r>
              <a:rPr lang="en-US" sz="3600" b="1" dirty="0">
                <a:solidFill>
                  <a:schemeClr val="accent1"/>
                </a:solidFill>
              </a:rPr>
              <a:t>Takeaways</a:t>
            </a:r>
            <a:endParaRPr lang="en-US" sz="3600" dirty="0"/>
          </a:p>
        </p:txBody>
      </p:sp>
      <p:sp>
        <p:nvSpPr>
          <p:cNvPr id="3" name="Takeaway card 1"/>
          <p:cNvSpPr/>
          <p:nvPr/>
        </p:nvSpPr>
        <p:spPr>
          <a:xfrm>
            <a:off x="54864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Data Center leads icon circle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Data Center leads icon" descr="Data Center lead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 Center leads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1488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Data Center contributes ~89% of revenue, with revenue up 12x since 2022.</a:t>
            </a:r>
            <a:endParaRPr lang="en-US" sz="1400" dirty="0"/>
          </a:p>
        </p:txBody>
      </p:sp>
      <p:sp>
        <p:nvSpPr>
          <p:cNvPr id="8" name="Takeaway card 2"/>
          <p:cNvSpPr/>
          <p:nvPr/>
        </p:nvSpPr>
        <p:spPr>
          <a:xfrm>
            <a:off x="621792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repaid is preferred icon circle"/>
          <p:cNvSpPr/>
          <p:nvPr/>
        </p:nvSpPr>
        <p:spPr>
          <a:xfrm>
            <a:off x="649224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repaid is preferred icon" descr="Prepaid is preferre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Prepaid is preferred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1488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Prepaid orders dominate unit sales (2.33M), far above any credit term.</a:t>
            </a:r>
            <a:endParaRPr lang="en-US" sz="1400" dirty="0"/>
          </a:p>
        </p:txBody>
      </p:sp>
      <p:sp>
        <p:nvSpPr>
          <p:cNvPr id="13" name="Takeaway card 3"/>
          <p:cNvSpPr/>
          <p:nvPr/>
        </p:nvSpPr>
        <p:spPr>
          <a:xfrm>
            <a:off x="548640" y="35204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trong global reach icon circle"/>
          <p:cNvSpPr/>
          <p:nvPr/>
        </p:nvSpPr>
        <p:spPr>
          <a:xfrm>
            <a:off x="822960" y="3840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trong global reach icon" descr="Strong global reach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233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Strong global reach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206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US generates 32% of orders; France, Israel and Netherlands lead on peak net revenue.</a:t>
            </a:r>
            <a:endParaRPr lang="en-US" sz="1400" dirty="0"/>
          </a:p>
        </p:txBody>
      </p:sp>
      <p:sp>
        <p:nvSpPr>
          <p:cNvPr id="18" name="Takeaway card 4"/>
          <p:cNvSpPr/>
          <p:nvPr/>
        </p:nvSpPr>
        <p:spPr>
          <a:xfrm>
            <a:off x="6217920" y="35204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Protect margins icon circle"/>
          <p:cNvSpPr/>
          <p:nvPr/>
        </p:nvSpPr>
        <p:spPr>
          <a:xfrm>
            <a:off x="6492240" y="3840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Protect margins icon" descr="Protect margin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0233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Protect margins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206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Discounts above 10% hurt margins, while 95% of units sell with no supply constraint.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Overall, the dashboard turns raw sales data into clear, actionable insights on products, regions and pricing.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vidia Dark Green">
  <a:themeElements>
    <a:clrScheme name="Nvidia Dark Green">
      <a:dk1>
        <a:srgbClr val="0B120D"/>
      </a:dk1>
      <a:lt1>
        <a:srgbClr val="FFFFFF"/>
      </a:lt1>
      <a:dk2>
        <a:srgbClr val="14231A"/>
      </a:dk2>
      <a:lt2>
        <a:srgbClr val="C9D6CD"/>
      </a:lt2>
      <a:accent1>
        <a:srgbClr val="76B900"/>
      </a:accent1>
      <a:accent2>
        <a:srgbClr val="1FA64A"/>
      </a:accent2>
      <a:accent3>
        <a:srgbClr val="0B6B33"/>
      </a:accent3>
      <a:accent4>
        <a:srgbClr val="A8D94A"/>
      </a:accent4>
      <a:accent5>
        <a:srgbClr val="3C5A47"/>
      </a:accent5>
      <a:accent6>
        <a:srgbClr val="8FA89A"/>
      </a:accent6>
      <a:hlink>
        <a:srgbClr val="76B900"/>
      </a:hlink>
      <a:folHlink>
        <a:srgbClr val="A8D94A"/>
      </a:folHlink>
    </a:clrScheme>
    <a:fontScheme name="Nvidia Dark 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397</Words>
  <Application>Microsoft Office PowerPoint</Application>
  <PresentationFormat>Widescreen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Nvidia Dark Green</vt:lpstr>
      <vt:lpstr>PowerPoint Presentation</vt:lpstr>
      <vt:lpstr>Project Overview</vt:lpstr>
      <vt:lpstr>Dashboard Overview</vt:lpstr>
      <vt:lpstr>Payment Terms &amp; Country Performance</vt:lpstr>
      <vt:lpstr>Category Demand Trend (2022-2026)</vt:lpstr>
      <vt:lpstr>Conclusion &amp; 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Sales Dashboard</dc:title>
  <dc:subject>PptxGenJS Presentation</dc:subject>
  <dc:creator>Sujal</dc:creator>
  <cp:lastModifiedBy>sujalteli55@outlook.com</cp:lastModifiedBy>
  <cp:revision>2</cp:revision>
  <dcterms:created xsi:type="dcterms:W3CDTF">2026-10-17T06:47:28Z</dcterms:created>
  <dcterms:modified xsi:type="dcterms:W3CDTF">2026-10-17T06:52:39Z</dcterms:modified>
</cp:coreProperties>
</file>